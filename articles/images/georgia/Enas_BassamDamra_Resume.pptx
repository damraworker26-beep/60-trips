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3314954"/>
            <a:ext cx="6423025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292929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5988304"/>
            <a:ext cx="5289550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92929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92929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7825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1597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92929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81159" y="4087730"/>
            <a:ext cx="4192904" cy="9525"/>
          </a:xfrm>
          <a:custGeom>
            <a:avLst/>
            <a:gdLst/>
            <a:ahLst/>
            <a:cxnLst/>
            <a:rect l="l" t="t" r="r" b="b"/>
            <a:pathLst>
              <a:path w="4192904" h="9525">
                <a:moveTo>
                  <a:pt x="4192756" y="9528"/>
                </a:moveTo>
                <a:lnTo>
                  <a:pt x="0" y="9528"/>
                </a:lnTo>
                <a:lnTo>
                  <a:pt x="0" y="0"/>
                </a:lnTo>
                <a:lnTo>
                  <a:pt x="4192756" y="0"/>
                </a:lnTo>
                <a:lnTo>
                  <a:pt x="4192756" y="9528"/>
                </a:lnTo>
                <a:close/>
              </a:path>
            </a:pathLst>
          </a:custGeom>
          <a:solidFill>
            <a:srgbClr val="0F297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381159" y="6917841"/>
            <a:ext cx="4192904" cy="9525"/>
          </a:xfrm>
          <a:custGeom>
            <a:avLst/>
            <a:gdLst/>
            <a:ahLst/>
            <a:cxnLst/>
            <a:rect l="l" t="t" r="r" b="b"/>
            <a:pathLst>
              <a:path w="4192904" h="9525">
                <a:moveTo>
                  <a:pt x="4192756" y="9528"/>
                </a:moveTo>
                <a:lnTo>
                  <a:pt x="0" y="9528"/>
                </a:lnTo>
                <a:lnTo>
                  <a:pt x="0" y="0"/>
                </a:lnTo>
                <a:lnTo>
                  <a:pt x="4192756" y="0"/>
                </a:lnTo>
                <a:lnTo>
                  <a:pt x="4192756" y="9528"/>
                </a:lnTo>
                <a:close/>
              </a:path>
            </a:pathLst>
          </a:custGeom>
          <a:solidFill>
            <a:srgbClr val="0F297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381159" y="8537769"/>
            <a:ext cx="4192904" cy="9525"/>
          </a:xfrm>
          <a:custGeom>
            <a:avLst/>
            <a:gdLst/>
            <a:ahLst/>
            <a:cxnLst/>
            <a:rect l="l" t="t" r="r" b="b"/>
            <a:pathLst>
              <a:path w="4192904" h="9525">
                <a:moveTo>
                  <a:pt x="4192756" y="9528"/>
                </a:moveTo>
                <a:lnTo>
                  <a:pt x="0" y="9528"/>
                </a:lnTo>
                <a:lnTo>
                  <a:pt x="0" y="0"/>
                </a:lnTo>
                <a:lnTo>
                  <a:pt x="4192756" y="0"/>
                </a:lnTo>
                <a:lnTo>
                  <a:pt x="4192756" y="9528"/>
                </a:lnTo>
                <a:close/>
              </a:path>
            </a:pathLst>
          </a:custGeom>
          <a:solidFill>
            <a:srgbClr val="0F297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4955076" y="1495844"/>
            <a:ext cx="2220595" cy="133985"/>
          </a:xfrm>
          <a:custGeom>
            <a:avLst/>
            <a:gdLst/>
            <a:ahLst/>
            <a:cxnLst/>
            <a:rect l="l" t="t" r="r" b="b"/>
            <a:pathLst>
              <a:path w="2220595" h="133985">
                <a:moveTo>
                  <a:pt x="2220255" y="133405"/>
                </a:moveTo>
                <a:lnTo>
                  <a:pt x="0" y="133405"/>
                </a:lnTo>
                <a:lnTo>
                  <a:pt x="0" y="0"/>
                </a:lnTo>
                <a:lnTo>
                  <a:pt x="2220255" y="0"/>
                </a:lnTo>
                <a:lnTo>
                  <a:pt x="2220255" y="133405"/>
                </a:lnTo>
                <a:close/>
              </a:path>
            </a:pathLst>
          </a:custGeom>
          <a:solidFill>
            <a:srgbClr val="0F297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4955076" y="5316970"/>
            <a:ext cx="2220595" cy="9525"/>
          </a:xfrm>
          <a:custGeom>
            <a:avLst/>
            <a:gdLst/>
            <a:ahLst/>
            <a:cxnLst/>
            <a:rect l="l" t="t" r="r" b="b"/>
            <a:pathLst>
              <a:path w="2220595" h="9525">
                <a:moveTo>
                  <a:pt x="2220255" y="9528"/>
                </a:moveTo>
                <a:lnTo>
                  <a:pt x="0" y="9528"/>
                </a:lnTo>
                <a:lnTo>
                  <a:pt x="0" y="0"/>
                </a:lnTo>
                <a:lnTo>
                  <a:pt x="2220255" y="0"/>
                </a:lnTo>
                <a:lnTo>
                  <a:pt x="2220255" y="9528"/>
                </a:lnTo>
                <a:close/>
              </a:path>
            </a:pathLst>
          </a:custGeom>
          <a:solidFill>
            <a:srgbClr val="0F297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9039" y="530244"/>
            <a:ext cx="3294379" cy="3917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292929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825" y="2459482"/>
            <a:ext cx="6800850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69210" y="9944862"/>
            <a:ext cx="2418080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7825" y="9944862"/>
            <a:ext cx="173799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0680" y="9944862"/>
            <a:ext cx="173799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enasdamra37@gmail.com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68459" y="1406912"/>
            <a:ext cx="3799204" cy="6134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292929"/>
                </a:solidFill>
                <a:latin typeface="Verdana"/>
                <a:cs typeface="Verdana"/>
              </a:rPr>
              <a:t>PROFESSIONAL</a:t>
            </a:r>
            <a:r>
              <a:rPr dirty="0" sz="1200" spc="60" b="1">
                <a:solidFill>
                  <a:srgbClr val="292929"/>
                </a:solidFill>
                <a:latin typeface="Verdana"/>
                <a:cs typeface="Verdana"/>
              </a:rPr>
              <a:t>  </a:t>
            </a:r>
            <a:r>
              <a:rPr dirty="0" sz="1200" spc="-10" b="1">
                <a:solidFill>
                  <a:srgbClr val="292929"/>
                </a:solidFill>
                <a:latin typeface="Verdana"/>
                <a:cs typeface="Verdana"/>
              </a:rPr>
              <a:t>SUMMARY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25"/>
              </a:spcBef>
            </a:pP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A</a:t>
            </a:r>
            <a:r>
              <a:rPr dirty="0" sz="1000" spc="-65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dedicated</a:t>
            </a:r>
            <a:r>
              <a:rPr dirty="0" sz="1000" spc="-1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dirty="0" sz="1000" spc="-1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motivated</a:t>
            </a:r>
            <a:r>
              <a:rPr dirty="0" sz="1000" spc="-1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professional</a:t>
            </a:r>
            <a:r>
              <a:rPr dirty="0" sz="1000" spc="-5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with</a:t>
            </a:r>
            <a:r>
              <a:rPr dirty="0" sz="1000" spc="-1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a</a:t>
            </a:r>
            <a:r>
              <a:rPr dirty="0" sz="1000" spc="-1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Bachelor's</a:t>
            </a:r>
            <a:r>
              <a:rPr dirty="0" sz="1000" spc="-1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degree</a:t>
            </a:r>
            <a:r>
              <a:rPr dirty="0" sz="1000" spc="-1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292929"/>
                </a:solidFill>
                <a:latin typeface="Arial MT"/>
                <a:cs typeface="Arial MT"/>
              </a:rPr>
              <a:t>in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68459" y="2137499"/>
            <a:ext cx="385889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Management</a:t>
            </a:r>
            <a:r>
              <a:rPr dirty="0" sz="1000" spc="-5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Information</a:t>
            </a:r>
            <a:r>
              <a:rPr dirty="0" sz="1000" spc="-5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Systems</a:t>
            </a:r>
            <a:r>
              <a:rPr dirty="0" sz="1000" spc="-5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dirty="0" sz="1000" spc="-5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92929"/>
                </a:solidFill>
                <a:latin typeface="Arial MT"/>
                <a:cs typeface="Arial MT"/>
              </a:rPr>
              <a:t>hands-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on</a:t>
            </a:r>
            <a:r>
              <a:rPr dirty="0" sz="1000" spc="-5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experience</a:t>
            </a:r>
            <a:r>
              <a:rPr dirty="0" sz="1000" spc="-5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in</a:t>
            </a:r>
            <a:r>
              <a:rPr dirty="0" sz="1000" spc="-5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292929"/>
                </a:solidFill>
                <a:latin typeface="Arial MT"/>
                <a:cs typeface="Arial MT"/>
              </a:rPr>
              <a:t>ERP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68459" y="2432898"/>
            <a:ext cx="394335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systems</a:t>
            </a:r>
            <a:r>
              <a:rPr dirty="0" sz="1000" spc="-15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dirty="0" sz="1000" spc="-1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data</a:t>
            </a:r>
            <a:r>
              <a:rPr dirty="0" sz="1000" spc="-15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entry</a:t>
            </a:r>
            <a:r>
              <a:rPr dirty="0" sz="1000" spc="-1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at</a:t>
            </a:r>
            <a:r>
              <a:rPr dirty="0" sz="1000" spc="-5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Needl</a:t>
            </a:r>
            <a:r>
              <a:rPr dirty="0" sz="1000" spc="-1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Craft.</a:t>
            </a:r>
            <a:r>
              <a:rPr dirty="0" sz="1000" spc="-5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Skilled</a:t>
            </a:r>
            <a:r>
              <a:rPr dirty="0" sz="1000" spc="-1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in</a:t>
            </a:r>
            <a:r>
              <a:rPr dirty="0" sz="1000" spc="-15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maintaining</a:t>
            </a:r>
            <a:r>
              <a:rPr dirty="0" sz="1000" spc="-10">
                <a:solidFill>
                  <a:srgbClr val="292929"/>
                </a:solidFill>
                <a:latin typeface="Arial MT"/>
                <a:cs typeface="Arial MT"/>
              </a:rPr>
              <a:t> accurate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68459" y="2718768"/>
            <a:ext cx="3767454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records,</a:t>
            </a:r>
            <a:r>
              <a:rPr dirty="0" sz="1000" spc="-1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streamlining</a:t>
            </a:r>
            <a:r>
              <a:rPr dirty="0" sz="1000" spc="-15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daily</a:t>
            </a:r>
            <a:r>
              <a:rPr dirty="0" sz="1000" spc="-1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operations,</a:t>
            </a:r>
            <a:r>
              <a:rPr dirty="0" sz="1000" spc="-1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dirty="0" sz="1000" spc="-1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adapting</a:t>
            </a:r>
            <a:r>
              <a:rPr dirty="0" sz="1000" spc="-15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quickly</a:t>
            </a:r>
            <a:r>
              <a:rPr dirty="0" sz="1000" spc="-1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to</a:t>
            </a:r>
            <a:r>
              <a:rPr dirty="0" sz="1000" spc="-15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292929"/>
                </a:solidFill>
                <a:latin typeface="Arial MT"/>
                <a:cs typeface="Arial MT"/>
              </a:rPr>
              <a:t>new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68459" y="3014167"/>
            <a:ext cx="4050029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technologies.</a:t>
            </a:r>
            <a:r>
              <a:rPr dirty="0" sz="1000" spc="-5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Strong</a:t>
            </a:r>
            <a:r>
              <a:rPr dirty="0" sz="1000" spc="-1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technical</a:t>
            </a:r>
            <a:r>
              <a:rPr dirty="0" sz="1000" spc="-5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foundation</a:t>
            </a:r>
            <a:r>
              <a:rPr dirty="0" sz="1000" spc="-1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with</a:t>
            </a:r>
            <a:r>
              <a:rPr dirty="0" sz="1000" spc="-1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additional</a:t>
            </a:r>
            <a:r>
              <a:rPr dirty="0" sz="1000" spc="-5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training</a:t>
            </a:r>
            <a:r>
              <a:rPr dirty="0" sz="1000" spc="-1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in</a:t>
            </a:r>
            <a:r>
              <a:rPr dirty="0" sz="1000" spc="-1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292929"/>
                </a:solidFill>
                <a:latin typeface="Arial MT"/>
                <a:cs typeface="Arial MT"/>
              </a:rPr>
              <a:t>C++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68459" y="3309566"/>
            <a:ext cx="4050029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programming</a:t>
            </a:r>
            <a:r>
              <a:rPr dirty="0" sz="1000" spc="-2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dirty="0" sz="1000" spc="-15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proven</a:t>
            </a:r>
            <a:r>
              <a:rPr dirty="0" sz="1000" spc="-15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abilities</a:t>
            </a:r>
            <a:r>
              <a:rPr dirty="0" sz="1000" spc="-15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in</a:t>
            </a:r>
            <a:r>
              <a:rPr dirty="0" sz="1000" spc="-15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team</a:t>
            </a:r>
            <a:r>
              <a:rPr dirty="0" sz="1000" spc="-15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collaboration,</a:t>
            </a:r>
            <a:r>
              <a:rPr dirty="0" sz="1000" spc="-1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leadership,</a:t>
            </a:r>
            <a:r>
              <a:rPr dirty="0" sz="1000" spc="-1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68459" y="3595435"/>
            <a:ext cx="95758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292929"/>
                </a:solidFill>
                <a:latin typeface="Arial MT"/>
                <a:cs typeface="Arial MT"/>
              </a:rPr>
              <a:t>problem-solving.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68459" y="4379957"/>
            <a:ext cx="116078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292929"/>
                </a:solidFill>
                <a:latin typeface="Verdana"/>
                <a:cs typeface="Verdana"/>
              </a:rPr>
              <a:t>EXPERIENCE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68459" y="4815147"/>
            <a:ext cx="296672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292929"/>
                </a:solidFill>
                <a:latin typeface="Arial"/>
                <a:cs typeface="Arial"/>
              </a:rPr>
              <a:t>Needl</a:t>
            </a:r>
            <a:r>
              <a:rPr dirty="0" sz="1000" spc="-15" b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292929"/>
                </a:solidFill>
                <a:latin typeface="Arial"/>
                <a:cs typeface="Arial"/>
              </a:rPr>
              <a:t>Craft</a:t>
            </a:r>
            <a:r>
              <a:rPr dirty="0" sz="1000" spc="-15" b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-</a:t>
            </a:r>
            <a:r>
              <a:rPr dirty="0" sz="1000" spc="-15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 b="1">
                <a:solidFill>
                  <a:srgbClr val="292929"/>
                </a:solidFill>
                <a:latin typeface="Arial"/>
                <a:cs typeface="Arial"/>
              </a:rPr>
              <a:t>Data</a:t>
            </a:r>
            <a:r>
              <a:rPr dirty="0" sz="1000" spc="-20" b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292929"/>
                </a:solidFill>
                <a:latin typeface="Arial"/>
                <a:cs typeface="Arial"/>
              </a:rPr>
              <a:t>Entry</a:t>
            </a:r>
            <a:r>
              <a:rPr dirty="0" sz="1000" spc="-20" b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292929"/>
                </a:solidFill>
                <a:latin typeface="Arial"/>
                <a:cs typeface="Arial"/>
              </a:rPr>
              <a:t>Specialist</a:t>
            </a:r>
            <a:r>
              <a:rPr dirty="0" sz="1000" spc="-15" b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292929"/>
                </a:solidFill>
                <a:latin typeface="Arial"/>
                <a:cs typeface="Arial"/>
              </a:rPr>
              <a:t>–</a:t>
            </a:r>
            <a:r>
              <a:rPr dirty="0" sz="1000" spc="-20" b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292929"/>
                </a:solidFill>
                <a:latin typeface="Arial"/>
                <a:cs typeface="Arial"/>
              </a:rPr>
              <a:t>ERP</a:t>
            </a:r>
            <a:r>
              <a:rPr dirty="0" sz="1000" spc="-35" b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292929"/>
                </a:solidFill>
                <a:latin typeface="Arial"/>
                <a:cs typeface="Arial"/>
              </a:rPr>
              <a:t>System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68459" y="5110545"/>
            <a:ext cx="102108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i="1">
                <a:solidFill>
                  <a:srgbClr val="292929"/>
                </a:solidFill>
                <a:latin typeface="Arial"/>
                <a:cs typeface="Arial"/>
              </a:rPr>
              <a:t>09/2024 - </a:t>
            </a:r>
            <a:r>
              <a:rPr dirty="0" sz="1000" spc="-10" i="1">
                <a:solidFill>
                  <a:srgbClr val="292929"/>
                </a:solidFill>
                <a:latin typeface="Arial"/>
                <a:cs typeface="Arial"/>
              </a:rPr>
              <a:t>Current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68459" y="7210069"/>
            <a:ext cx="112839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292929"/>
                </a:solidFill>
                <a:latin typeface="Verdana"/>
                <a:cs typeface="Verdana"/>
              </a:rPr>
              <a:t>LANGUAGES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43059" y="8829997"/>
            <a:ext cx="2803525" cy="9086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292929"/>
                </a:solidFill>
                <a:latin typeface="Verdana"/>
                <a:cs typeface="Verdana"/>
              </a:rPr>
              <a:t>TRAINING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25"/>
              </a:spcBef>
            </a:pPr>
            <a:endParaRPr sz="1200">
              <a:latin typeface="Verdana"/>
              <a:cs typeface="Verdana"/>
            </a:endParaRPr>
          </a:p>
          <a:p>
            <a:pPr marL="179070" indent="-140970">
              <a:lnSpc>
                <a:spcPct val="100000"/>
              </a:lnSpc>
              <a:buSzPct val="70000"/>
              <a:buChar char="●"/>
              <a:tabLst>
                <a:tab pos="179070" algn="l"/>
              </a:tabLst>
            </a:pP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C++</a:t>
            </a:r>
            <a:r>
              <a:rPr dirty="0" sz="1000" spc="-35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92929"/>
                </a:solidFill>
                <a:latin typeface="Arial MT"/>
                <a:cs typeface="Arial MT"/>
              </a:rPr>
              <a:t>Programming</a:t>
            </a:r>
            <a:endParaRPr sz="1000">
              <a:latin typeface="Arial MT"/>
              <a:cs typeface="Arial MT"/>
            </a:endParaRPr>
          </a:p>
          <a:p>
            <a:pPr marL="179070" indent="-140970">
              <a:lnSpc>
                <a:spcPct val="100000"/>
              </a:lnSpc>
              <a:spcBef>
                <a:spcPts val="1130"/>
              </a:spcBef>
              <a:buSzPct val="70000"/>
              <a:buChar char="●"/>
              <a:tabLst>
                <a:tab pos="179070" algn="l"/>
              </a:tabLst>
            </a:pP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ICDL</a:t>
            </a:r>
            <a:r>
              <a:rPr dirty="0" sz="1000" spc="-6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(International</a:t>
            </a:r>
            <a:r>
              <a:rPr dirty="0" sz="1000" spc="-2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Computer</a:t>
            </a:r>
            <a:r>
              <a:rPr dirty="0" sz="1000" spc="-25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Driving</a:t>
            </a:r>
            <a:r>
              <a:rPr dirty="0" sz="1000" spc="-25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92929"/>
                </a:solidFill>
                <a:latin typeface="Arial MT"/>
                <a:cs typeface="Arial MT"/>
              </a:rPr>
              <a:t>License)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942376" y="536629"/>
            <a:ext cx="123063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Zarqa</a:t>
            </a:r>
            <a:r>
              <a:rPr dirty="0" sz="1000" spc="-1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,</a:t>
            </a:r>
            <a:r>
              <a:rPr dirty="0" sz="1000" spc="-5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Jordan</a:t>
            </a:r>
            <a:r>
              <a:rPr dirty="0" sz="1000" spc="-1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292929"/>
                </a:solidFill>
                <a:latin typeface="Arial MT"/>
                <a:cs typeface="Arial MT"/>
              </a:rPr>
              <a:t>13110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942376" y="832027"/>
            <a:ext cx="98298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+962</a:t>
            </a:r>
            <a:r>
              <a:rPr dirty="0" sz="1000" spc="-10">
                <a:solidFill>
                  <a:srgbClr val="292929"/>
                </a:solidFill>
                <a:latin typeface="Arial MT"/>
                <a:cs typeface="Arial MT"/>
              </a:rPr>
              <a:t> 785438365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942376" y="1117897"/>
            <a:ext cx="151003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292929"/>
                </a:solidFill>
                <a:latin typeface="Arial MT"/>
                <a:cs typeface="Arial MT"/>
                <a:hlinkClick r:id="rId2"/>
              </a:rPr>
              <a:t>enasdamra37@gmail.com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942376" y="2045354"/>
            <a:ext cx="62992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292929"/>
                </a:solidFill>
                <a:latin typeface="Verdana"/>
                <a:cs typeface="Verdana"/>
              </a:rPr>
              <a:t>SKILLS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942376" y="5599669"/>
            <a:ext cx="109283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292929"/>
                </a:solidFill>
                <a:latin typeface="Verdana"/>
                <a:cs typeface="Verdana"/>
              </a:rPr>
              <a:t>EDUCATION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4942376" y="6044387"/>
            <a:ext cx="48450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i="1">
                <a:solidFill>
                  <a:srgbClr val="292929"/>
                </a:solidFill>
                <a:latin typeface="Arial"/>
                <a:cs typeface="Arial"/>
              </a:rPr>
              <a:t>01/2024</a:t>
            </a:r>
            <a:endParaRPr sz="1000">
              <a:latin typeface="Arial"/>
              <a:cs typeface="Arial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4942376" y="6406488"/>
            <a:ext cx="194818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292929"/>
                </a:solidFill>
                <a:latin typeface="Arial"/>
                <a:cs typeface="Arial"/>
              </a:rPr>
              <a:t>Bachelor's</a:t>
            </a:r>
            <a:r>
              <a:rPr dirty="0" sz="1000" spc="-30" b="1">
                <a:solidFill>
                  <a:srgbClr val="292929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292929"/>
                </a:solidFill>
                <a:latin typeface="Arial"/>
                <a:cs typeface="Arial"/>
              </a:rPr>
              <a:t>Degree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:</a:t>
            </a:r>
            <a:r>
              <a:rPr dirty="0" sz="1000" spc="-25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92929"/>
                </a:solidFill>
                <a:latin typeface="Arial MT"/>
                <a:cs typeface="Arial MT"/>
              </a:rPr>
              <a:t>Management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4942376" y="6701887"/>
            <a:ext cx="118300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Information</a:t>
            </a:r>
            <a:r>
              <a:rPr dirty="0" sz="1000" spc="-15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92929"/>
                </a:solidFill>
                <a:latin typeface="Arial MT"/>
                <a:cs typeface="Arial MT"/>
              </a:rPr>
              <a:t>Systems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5"/>
              <a:t>Enas</a:t>
            </a:r>
            <a:r>
              <a:rPr dirty="0" spc="-110"/>
              <a:t> </a:t>
            </a:r>
            <a:r>
              <a:rPr dirty="0" spc="-105"/>
              <a:t>Bassam</a:t>
            </a:r>
            <a:r>
              <a:rPr dirty="0" spc="-110"/>
              <a:t> </a:t>
            </a:r>
            <a:r>
              <a:rPr dirty="0" spc="-65"/>
              <a:t>Damra</a:t>
            </a:r>
          </a:p>
        </p:txBody>
      </p:sp>
      <p:sp>
        <p:nvSpPr>
          <p:cNvPr id="23" name="object 23" descr=""/>
          <p:cNvSpPr/>
          <p:nvPr/>
        </p:nvSpPr>
        <p:spPr>
          <a:xfrm>
            <a:off x="0" y="495299"/>
            <a:ext cx="381635" cy="495934"/>
          </a:xfrm>
          <a:custGeom>
            <a:avLst/>
            <a:gdLst/>
            <a:ahLst/>
            <a:cxnLst/>
            <a:rect l="l" t="t" r="r" b="b"/>
            <a:pathLst>
              <a:path w="381635" h="495934">
                <a:moveTo>
                  <a:pt x="381159" y="495507"/>
                </a:moveTo>
                <a:lnTo>
                  <a:pt x="0" y="495507"/>
                </a:lnTo>
                <a:lnTo>
                  <a:pt x="0" y="0"/>
                </a:lnTo>
                <a:lnTo>
                  <a:pt x="381159" y="0"/>
                </a:lnTo>
                <a:lnTo>
                  <a:pt x="381159" y="495507"/>
                </a:lnTo>
                <a:close/>
              </a:path>
            </a:pathLst>
          </a:custGeom>
          <a:solidFill>
            <a:srgbClr val="0F297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368459" y="5548879"/>
            <a:ext cx="412432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3670" indent="-140970">
              <a:lnSpc>
                <a:spcPct val="100000"/>
              </a:lnSpc>
              <a:spcBef>
                <a:spcPts val="100"/>
              </a:spcBef>
              <a:buSzPct val="70000"/>
              <a:buChar char="●"/>
              <a:tabLst>
                <a:tab pos="153670" algn="l"/>
              </a:tabLst>
            </a:pP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Efficiently</a:t>
            </a:r>
            <a:r>
              <a:rPr dirty="0" sz="1000" spc="-1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managed</a:t>
            </a:r>
            <a:r>
              <a:rPr dirty="0" sz="1000" spc="-1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dirty="0" sz="1000" spc="-1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entered</a:t>
            </a:r>
            <a:r>
              <a:rPr dirty="0" sz="1000" spc="-1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data</a:t>
            </a:r>
            <a:r>
              <a:rPr dirty="0" sz="1000" spc="-1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into</a:t>
            </a:r>
            <a:r>
              <a:rPr dirty="0" sz="1000" spc="-1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dirty="0" sz="1000" spc="-1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company's</a:t>
            </a:r>
            <a:r>
              <a:rPr dirty="0" sz="1000" spc="-1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ERP</a:t>
            </a:r>
            <a:r>
              <a:rPr dirty="0" sz="1000" spc="-25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92929"/>
                </a:solidFill>
                <a:latin typeface="Arial MT"/>
                <a:cs typeface="Arial MT"/>
              </a:rPr>
              <a:t>system.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368459" y="5844278"/>
            <a:ext cx="282702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3670" indent="-140970">
              <a:lnSpc>
                <a:spcPct val="100000"/>
              </a:lnSpc>
              <a:spcBef>
                <a:spcPts val="100"/>
              </a:spcBef>
              <a:buSzPct val="70000"/>
              <a:buChar char="●"/>
              <a:tabLst>
                <a:tab pos="153670" algn="l"/>
              </a:tabLst>
            </a:pP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Ensured</a:t>
            </a:r>
            <a:r>
              <a:rPr dirty="0" sz="1000" spc="-1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accuracy</a:t>
            </a:r>
            <a:r>
              <a:rPr dirty="0" sz="1000" spc="-1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dirty="0" sz="1000" spc="-5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integrity</a:t>
            </a:r>
            <a:r>
              <a:rPr dirty="0" sz="1000" spc="-1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of</a:t>
            </a:r>
            <a:r>
              <a:rPr dirty="0" sz="1000" spc="-5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data</a:t>
            </a:r>
            <a:r>
              <a:rPr dirty="0" sz="1000" spc="-5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92929"/>
                </a:solidFill>
                <a:latin typeface="Arial MT"/>
                <a:cs typeface="Arial MT"/>
              </a:rPr>
              <a:t>records.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368459" y="6139677"/>
            <a:ext cx="398526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3670" indent="-140970">
              <a:lnSpc>
                <a:spcPct val="100000"/>
              </a:lnSpc>
              <a:spcBef>
                <a:spcPts val="100"/>
              </a:spcBef>
              <a:buSzPct val="70000"/>
              <a:buChar char="●"/>
              <a:tabLst>
                <a:tab pos="153670" algn="l"/>
              </a:tabLst>
            </a:pP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Supported</a:t>
            </a:r>
            <a:r>
              <a:rPr dirty="0" sz="1000" spc="-5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daily operations</a:t>
            </a:r>
            <a:r>
              <a:rPr dirty="0" sz="1000" spc="-5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by maintaining</a:t>
            </a:r>
            <a:r>
              <a:rPr dirty="0" sz="1000" spc="-5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organized and</a:t>
            </a:r>
            <a:r>
              <a:rPr dirty="0" sz="1000" spc="-5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92929"/>
                </a:solidFill>
                <a:latin typeface="Arial MT"/>
                <a:cs typeface="Arial MT"/>
              </a:rPr>
              <a:t>up-to-</a:t>
            </a:r>
            <a:r>
              <a:rPr dirty="0" sz="1000" spc="-20">
                <a:solidFill>
                  <a:srgbClr val="292929"/>
                </a:solidFill>
                <a:latin typeface="Arial MT"/>
                <a:cs typeface="Arial MT"/>
              </a:rPr>
              <a:t>date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508118" y="6425546"/>
            <a:ext cx="68897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292929"/>
                </a:solidFill>
                <a:latin typeface="Arial MT"/>
                <a:cs typeface="Arial MT"/>
              </a:rPr>
              <a:t>information.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8" name="object 28" descr=""/>
          <p:cNvSpPr/>
          <p:nvPr/>
        </p:nvSpPr>
        <p:spPr>
          <a:xfrm>
            <a:off x="381152" y="7927923"/>
            <a:ext cx="1972945" cy="76835"/>
          </a:xfrm>
          <a:custGeom>
            <a:avLst/>
            <a:gdLst/>
            <a:ahLst/>
            <a:cxnLst/>
            <a:rect l="l" t="t" r="r" b="b"/>
            <a:pathLst>
              <a:path w="1972945" h="76834">
                <a:moveTo>
                  <a:pt x="295402" y="0"/>
                </a:moveTo>
                <a:lnTo>
                  <a:pt x="0" y="0"/>
                </a:lnTo>
                <a:lnTo>
                  <a:pt x="0" y="76225"/>
                </a:lnTo>
                <a:lnTo>
                  <a:pt x="295402" y="76225"/>
                </a:lnTo>
                <a:lnTo>
                  <a:pt x="295402" y="0"/>
                </a:lnTo>
                <a:close/>
              </a:path>
              <a:path w="1972945" h="76834">
                <a:moveTo>
                  <a:pt x="628916" y="0"/>
                </a:moveTo>
                <a:lnTo>
                  <a:pt x="333514" y="0"/>
                </a:lnTo>
                <a:lnTo>
                  <a:pt x="333514" y="76225"/>
                </a:lnTo>
                <a:lnTo>
                  <a:pt x="628916" y="76225"/>
                </a:lnTo>
                <a:lnTo>
                  <a:pt x="628916" y="0"/>
                </a:lnTo>
                <a:close/>
              </a:path>
              <a:path w="1972945" h="76834">
                <a:moveTo>
                  <a:pt x="971956" y="0"/>
                </a:moveTo>
                <a:lnTo>
                  <a:pt x="667029" y="0"/>
                </a:lnTo>
                <a:lnTo>
                  <a:pt x="667029" y="76225"/>
                </a:lnTo>
                <a:lnTo>
                  <a:pt x="971956" y="76225"/>
                </a:lnTo>
                <a:lnTo>
                  <a:pt x="971956" y="0"/>
                </a:lnTo>
                <a:close/>
              </a:path>
              <a:path w="1972945" h="76834">
                <a:moveTo>
                  <a:pt x="1305471" y="0"/>
                </a:moveTo>
                <a:lnTo>
                  <a:pt x="1010069" y="0"/>
                </a:lnTo>
                <a:lnTo>
                  <a:pt x="1010069" y="76225"/>
                </a:lnTo>
                <a:lnTo>
                  <a:pt x="1305471" y="76225"/>
                </a:lnTo>
                <a:lnTo>
                  <a:pt x="1305471" y="0"/>
                </a:lnTo>
                <a:close/>
              </a:path>
              <a:path w="1972945" h="76834">
                <a:moveTo>
                  <a:pt x="1638985" y="0"/>
                </a:moveTo>
                <a:lnTo>
                  <a:pt x="1343583" y="0"/>
                </a:lnTo>
                <a:lnTo>
                  <a:pt x="1343583" y="76225"/>
                </a:lnTo>
                <a:lnTo>
                  <a:pt x="1638985" y="76225"/>
                </a:lnTo>
                <a:lnTo>
                  <a:pt x="1638985" y="0"/>
                </a:lnTo>
                <a:close/>
              </a:path>
              <a:path w="1972945" h="76834">
                <a:moveTo>
                  <a:pt x="1972500" y="0"/>
                </a:moveTo>
                <a:lnTo>
                  <a:pt x="1677098" y="0"/>
                </a:lnTo>
                <a:lnTo>
                  <a:pt x="1677098" y="76225"/>
                </a:lnTo>
                <a:lnTo>
                  <a:pt x="1972500" y="76225"/>
                </a:lnTo>
                <a:lnTo>
                  <a:pt x="1972500" y="0"/>
                </a:lnTo>
                <a:close/>
              </a:path>
            </a:pathLst>
          </a:custGeom>
          <a:solidFill>
            <a:srgbClr val="0F297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 txBox="1"/>
          <p:nvPr/>
        </p:nvSpPr>
        <p:spPr>
          <a:xfrm>
            <a:off x="368459" y="7645258"/>
            <a:ext cx="42100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292929"/>
                </a:solidFill>
                <a:latin typeface="Arial MT"/>
                <a:cs typeface="Arial MT"/>
              </a:rPr>
              <a:t>Arabic: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368459" y="8045475"/>
            <a:ext cx="150114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Bilingual</a:t>
            </a:r>
            <a:r>
              <a:rPr dirty="0" sz="1000" spc="-2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or</a:t>
            </a:r>
            <a:r>
              <a:rPr dirty="0" sz="1000" spc="-15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Proficient</a:t>
            </a:r>
            <a:r>
              <a:rPr dirty="0" sz="1000" spc="-15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292929"/>
                </a:solidFill>
                <a:latin typeface="Arial MT"/>
                <a:cs typeface="Arial MT"/>
              </a:rPr>
              <a:t>(C2)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2544241" y="7927914"/>
            <a:ext cx="1982470" cy="76835"/>
            <a:chOff x="2544241" y="7927914"/>
            <a:chExt cx="1982470" cy="76835"/>
          </a:xfrm>
        </p:grpSpPr>
        <p:sp>
          <p:nvSpPr>
            <p:cNvPr id="32" name="object 32" descr=""/>
            <p:cNvSpPr/>
            <p:nvPr/>
          </p:nvSpPr>
          <p:spPr>
            <a:xfrm>
              <a:off x="2544229" y="7927924"/>
              <a:ext cx="1639570" cy="76835"/>
            </a:xfrm>
            <a:custGeom>
              <a:avLst/>
              <a:gdLst/>
              <a:ahLst/>
              <a:cxnLst/>
              <a:rect l="l" t="t" r="r" b="b"/>
              <a:pathLst>
                <a:path w="1639570" h="76834">
                  <a:moveTo>
                    <a:pt x="304939" y="0"/>
                  </a:moveTo>
                  <a:lnTo>
                    <a:pt x="0" y="0"/>
                  </a:lnTo>
                  <a:lnTo>
                    <a:pt x="0" y="76225"/>
                  </a:lnTo>
                  <a:lnTo>
                    <a:pt x="304939" y="76225"/>
                  </a:lnTo>
                  <a:lnTo>
                    <a:pt x="304939" y="0"/>
                  </a:lnTo>
                  <a:close/>
                </a:path>
                <a:path w="1639570" h="76834">
                  <a:moveTo>
                    <a:pt x="638454" y="0"/>
                  </a:moveTo>
                  <a:lnTo>
                    <a:pt x="343052" y="0"/>
                  </a:lnTo>
                  <a:lnTo>
                    <a:pt x="343052" y="76225"/>
                  </a:lnTo>
                  <a:lnTo>
                    <a:pt x="638454" y="76225"/>
                  </a:lnTo>
                  <a:lnTo>
                    <a:pt x="638454" y="0"/>
                  </a:lnTo>
                  <a:close/>
                </a:path>
                <a:path w="1639570" h="76834">
                  <a:moveTo>
                    <a:pt x="971969" y="0"/>
                  </a:moveTo>
                  <a:lnTo>
                    <a:pt x="676567" y="0"/>
                  </a:lnTo>
                  <a:lnTo>
                    <a:pt x="676567" y="76225"/>
                  </a:lnTo>
                  <a:lnTo>
                    <a:pt x="971969" y="76225"/>
                  </a:lnTo>
                  <a:lnTo>
                    <a:pt x="971969" y="0"/>
                  </a:lnTo>
                  <a:close/>
                </a:path>
                <a:path w="1639570" h="76834">
                  <a:moveTo>
                    <a:pt x="1305483" y="0"/>
                  </a:moveTo>
                  <a:lnTo>
                    <a:pt x="1010081" y="0"/>
                  </a:lnTo>
                  <a:lnTo>
                    <a:pt x="1010081" y="76225"/>
                  </a:lnTo>
                  <a:lnTo>
                    <a:pt x="1305483" y="76225"/>
                  </a:lnTo>
                  <a:lnTo>
                    <a:pt x="1305483" y="0"/>
                  </a:lnTo>
                  <a:close/>
                </a:path>
                <a:path w="1639570" h="76834">
                  <a:moveTo>
                    <a:pt x="1638998" y="0"/>
                  </a:moveTo>
                  <a:lnTo>
                    <a:pt x="1343596" y="0"/>
                  </a:lnTo>
                  <a:lnTo>
                    <a:pt x="1343596" y="76225"/>
                  </a:lnTo>
                  <a:lnTo>
                    <a:pt x="1638998" y="76225"/>
                  </a:lnTo>
                  <a:lnTo>
                    <a:pt x="1638998" y="0"/>
                  </a:lnTo>
                  <a:close/>
                </a:path>
              </a:pathLst>
            </a:custGeom>
            <a:solidFill>
              <a:srgbClr val="0F2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4221344" y="7927914"/>
              <a:ext cx="305435" cy="76835"/>
            </a:xfrm>
            <a:custGeom>
              <a:avLst/>
              <a:gdLst/>
              <a:ahLst/>
              <a:cxnLst/>
              <a:rect l="l" t="t" r="r" b="b"/>
              <a:pathLst>
                <a:path w="305435" h="76834">
                  <a:moveTo>
                    <a:pt x="304927" y="76231"/>
                  </a:moveTo>
                  <a:lnTo>
                    <a:pt x="0" y="76231"/>
                  </a:lnTo>
                  <a:lnTo>
                    <a:pt x="0" y="0"/>
                  </a:lnTo>
                  <a:lnTo>
                    <a:pt x="304927" y="0"/>
                  </a:lnTo>
                  <a:lnTo>
                    <a:pt x="304927" y="76231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2534666" y="7645258"/>
            <a:ext cx="47752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292929"/>
                </a:solidFill>
                <a:latin typeface="Arial MT"/>
                <a:cs typeface="Arial MT"/>
              </a:rPr>
              <a:t>English: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2534666" y="8045475"/>
            <a:ext cx="87312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Advanced</a:t>
            </a:r>
            <a:r>
              <a:rPr dirty="0" sz="1000" spc="-15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292929"/>
                </a:solidFill>
                <a:latin typeface="Arial MT"/>
                <a:cs typeface="Arial MT"/>
              </a:rPr>
              <a:t>(C1)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4942376" y="2490073"/>
            <a:ext cx="208280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3670" indent="-140970">
              <a:lnSpc>
                <a:spcPct val="100000"/>
              </a:lnSpc>
              <a:spcBef>
                <a:spcPts val="100"/>
              </a:spcBef>
              <a:buSzPct val="70000"/>
              <a:buChar char="●"/>
              <a:tabLst>
                <a:tab pos="153670" algn="l"/>
              </a:tabLst>
            </a:pP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ERP</a:t>
            </a:r>
            <a:r>
              <a:rPr dirty="0" sz="1000" spc="-35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System</a:t>
            </a:r>
            <a:r>
              <a:rPr dirty="0" sz="1000" spc="-2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Management</a:t>
            </a:r>
            <a:r>
              <a:rPr dirty="0" sz="1000" spc="-15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&amp;</a:t>
            </a:r>
            <a:r>
              <a:rPr dirty="0" sz="1000" spc="-20">
                <a:solidFill>
                  <a:srgbClr val="292929"/>
                </a:solidFill>
                <a:latin typeface="Arial MT"/>
                <a:cs typeface="Arial MT"/>
              </a:rPr>
              <a:t> Data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5082033" y="2775942"/>
            <a:ext cx="32194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292929"/>
                </a:solidFill>
                <a:latin typeface="Arial MT"/>
                <a:cs typeface="Arial MT"/>
              </a:rPr>
              <a:t>Entry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4942376" y="3071341"/>
            <a:ext cx="194437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3670" indent="-140970">
              <a:lnSpc>
                <a:spcPct val="100000"/>
              </a:lnSpc>
              <a:spcBef>
                <a:spcPts val="100"/>
              </a:spcBef>
              <a:buSzPct val="70000"/>
              <a:buChar char="●"/>
              <a:tabLst>
                <a:tab pos="153670" algn="l"/>
              </a:tabLst>
            </a:pP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Communication</a:t>
            </a:r>
            <a:r>
              <a:rPr dirty="0" sz="1000" spc="-3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&amp;</a:t>
            </a:r>
            <a:r>
              <a:rPr dirty="0" sz="1000" spc="-25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92929"/>
                </a:solidFill>
                <a:latin typeface="Arial MT"/>
                <a:cs typeface="Arial MT"/>
              </a:rPr>
              <a:t>Interpersonal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5082033" y="3366739"/>
            <a:ext cx="32194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292929"/>
                </a:solidFill>
                <a:latin typeface="Arial MT"/>
                <a:cs typeface="Arial MT"/>
              </a:rPr>
              <a:t>Skills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4942376" y="3652609"/>
            <a:ext cx="140081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3670" indent="-140970">
              <a:lnSpc>
                <a:spcPct val="100000"/>
              </a:lnSpc>
              <a:spcBef>
                <a:spcPts val="100"/>
              </a:spcBef>
              <a:buSzPct val="70000"/>
              <a:buChar char="●"/>
              <a:tabLst>
                <a:tab pos="153670" algn="l"/>
              </a:tabLst>
            </a:pP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Basic</a:t>
            </a:r>
            <a:r>
              <a:rPr dirty="0" sz="1000" spc="-3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Computer</a:t>
            </a:r>
            <a:r>
              <a:rPr dirty="0" sz="1000" spc="-2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92929"/>
                </a:solidFill>
                <a:latin typeface="Arial MT"/>
                <a:cs typeface="Arial MT"/>
              </a:rPr>
              <a:t>Skills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4929676" y="3948009"/>
            <a:ext cx="1927225" cy="47370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6370" indent="-140970">
              <a:lnSpc>
                <a:spcPct val="100000"/>
              </a:lnSpc>
              <a:spcBef>
                <a:spcPts val="100"/>
              </a:spcBef>
              <a:buSzPct val="70000"/>
              <a:buChar char="●"/>
              <a:tabLst>
                <a:tab pos="166370" algn="l"/>
              </a:tabLst>
            </a:pPr>
            <a:r>
              <a:rPr dirty="0" sz="1000" spc="-20">
                <a:solidFill>
                  <a:srgbClr val="292929"/>
                </a:solidFill>
                <a:latin typeface="Arial MT"/>
                <a:cs typeface="Arial MT"/>
              </a:rPr>
              <a:t>Teamwork</a:t>
            </a:r>
            <a:r>
              <a:rPr dirty="0" sz="1000" spc="-5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&amp; </a:t>
            </a:r>
            <a:r>
              <a:rPr dirty="0" sz="1000" spc="-10">
                <a:solidFill>
                  <a:srgbClr val="292929"/>
                </a:solidFill>
                <a:latin typeface="Arial MT"/>
                <a:cs typeface="Arial MT"/>
              </a:rPr>
              <a:t>Collaboration</a:t>
            </a:r>
            <a:endParaRPr sz="1000">
              <a:latin typeface="Arial MT"/>
              <a:cs typeface="Arial MT"/>
            </a:endParaRPr>
          </a:p>
          <a:p>
            <a:pPr marL="166370" indent="-140970">
              <a:lnSpc>
                <a:spcPct val="100000"/>
              </a:lnSpc>
              <a:spcBef>
                <a:spcPts val="1125"/>
              </a:spcBef>
              <a:buSzPct val="70000"/>
              <a:buChar char="●"/>
              <a:tabLst>
                <a:tab pos="166370" algn="l"/>
              </a:tabLst>
            </a:pPr>
            <a:r>
              <a:rPr dirty="0" sz="1000" spc="-10">
                <a:solidFill>
                  <a:srgbClr val="292929"/>
                </a:solidFill>
                <a:latin typeface="Arial MT"/>
                <a:cs typeface="Arial MT"/>
              </a:rPr>
              <a:t>Problem-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Solving</a:t>
            </a:r>
            <a:r>
              <a:rPr dirty="0" sz="1000" spc="1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&amp;</a:t>
            </a:r>
            <a:r>
              <a:rPr dirty="0" sz="1000" spc="-45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92929"/>
                </a:solidFill>
                <a:latin typeface="Arial MT"/>
                <a:cs typeface="Arial MT"/>
              </a:rPr>
              <a:t>Adaptability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4942376" y="4529277"/>
            <a:ext cx="88519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3670" indent="-140970">
              <a:lnSpc>
                <a:spcPct val="100000"/>
              </a:lnSpc>
              <a:spcBef>
                <a:spcPts val="100"/>
              </a:spcBef>
              <a:buSzPct val="70000"/>
              <a:buChar char="●"/>
              <a:tabLst>
                <a:tab pos="153670" algn="l"/>
              </a:tabLst>
            </a:pPr>
            <a:r>
              <a:rPr dirty="0" sz="1000">
                <a:solidFill>
                  <a:srgbClr val="292929"/>
                </a:solidFill>
                <a:latin typeface="Arial MT"/>
                <a:cs typeface="Arial MT"/>
              </a:rPr>
              <a:t>Fast</a:t>
            </a:r>
            <a:r>
              <a:rPr dirty="0" sz="1000" spc="-15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92929"/>
                </a:solidFill>
                <a:latin typeface="Arial MT"/>
                <a:cs typeface="Arial MT"/>
              </a:rPr>
              <a:t>Learner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4942376" y="4824676"/>
            <a:ext cx="79375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3670" indent="-140970">
              <a:lnSpc>
                <a:spcPct val="100000"/>
              </a:lnSpc>
              <a:spcBef>
                <a:spcPts val="100"/>
              </a:spcBef>
              <a:buSzPct val="70000"/>
              <a:buChar char="●"/>
              <a:tabLst>
                <a:tab pos="153670" algn="l"/>
              </a:tabLst>
            </a:pPr>
            <a:r>
              <a:rPr dirty="0" sz="1000" spc="-10">
                <a:solidFill>
                  <a:srgbClr val="292929"/>
                </a:solidFill>
                <a:latin typeface="Arial MT"/>
                <a:cs typeface="Arial MT"/>
              </a:rPr>
              <a:t>Leadership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92929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Enas Bassam Damra</dc:title>
  <dcterms:created xsi:type="dcterms:W3CDTF">2026-01-29T17:46:06Z</dcterms:created>
  <dcterms:modified xsi:type="dcterms:W3CDTF">2026-01-29T17:46:06Z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2026-01-29T00:00:00Z</vt:filetime>
  </property>
  <property fmtid="{D5CDD505-2E9C-101B-9397-08002B2CF9AE}" pid="3" name="HRJ_IDENTIFIER">
    <vt:lpwstr>0073b541-86e7-477e-bba8-bac313850290</vt:lpwstr>
  </property>
  <property fmtid="{D5CDD505-2E9C-101B-9397-08002B2CF9AE}" pid="4" name="LastSaved">
    <vt:filetime>2026-01-29T00:00:00Z</vt:filetime>
  </property>
  <property fmtid="{D5CDD505-2E9C-101B-9397-08002B2CF9AE}" pid="5" name="Producer">
    <vt:lpwstr>3-Heights(TM) PDF Analysis &amp; Repair Shell 4.12.26.3 (http://www.pdf-tools.com)</vt:lpwstr>
  </property>
  <property fmtid="{D5CDD505-2E9C-101B-9397-08002B2CF9AE}" pid="6" name="x1ye=">
    <vt:lpwstr>WCYAAB+LCAAAAAAAAAMVl7W2rFoABD+IALfgBujg7hnu7nz9Oy+YaGQNG7q7qggnqEyQ+pGUX3C16jaP8UmHP2B31JiCM7ICQAy1cigVvY3xZmHEEKFnhDc5SMq6ampSyfOdR5fEfmWeHb9JJzED7y9LdwA2xqbQk4IpkKCvRt2vxOfDMcmZ1UbLYKKhOyJVP9+U7EJPb6BB7+0Qzskj1X7pXY1dD1k8857nN38SSNHvNA3ed5eLnX8hDW/Qo0Yg8mzt5qK31JF0SQChSaqu65VTeztu6tzkOWNVE1oYh815yqTD7xK+Tk3kDrWzKJJoWH3rOJZBkzWzlF3aQApjl77eRzbiIcF+7Zb/dCrC4Ii91+qwzLN/7egEs4RNJy9BHanAmPPKIhugy/VOWIx9Bb56+EKYztGswMb/jXz5Cg+kkAGVyfP4O0bEhlHi0dN0cfFu0TzpaWjs0WBKdOBEpdjIG5lMFwZFLsnztLm4pYXf1+dbc8yZitserP9yoc5MYM2AHbScA/SiowkJ3bZhYqK70MIR7LbJnVINDOAZWJsTk1GajV7BNqfHajt1uwu5visL4CyLjnqcn04iYujAoe3op4qwm/XA7kyD0gsTrSPmYZ6hooBocWgsirEBWlF7B6gCAMPtQES5PEX7IMKcc0ohvzYZKZPnLcNtLcE5knnbFrj5nkw3n5flflhFAr/JFSFz55dE8BTxbqouKOipB9G5hLZmcKKrkVH88k6/skOxHpVizkBL/UgYFm3MlJQskE4vLKGU8AfHpvB6Lnf4mosd0H+YzA4FNv+WpLh2h4T6j7/SCO1WQFppW7Q6sNaWp9PWBaMZ38ZekcGze4VWeLC50pNqy1Ad2/QF6Ka27ZJEVcX8+iamIa4efPalYpgvzCbg+8OuG6MDlDVLRwlRhZEy5YOHNrjR01Ds3P7hEeJAQ5ydKstp6Ja7IZeGzTg3yfsguVgBWDxmohregU4dfgSnmeKbxik+7xG5SV4yDzrFOfTljAeEHnXK/AkBtjUoTNaIUeLW4zdtJgWwvjIO/sRztOc5Cfo07OsnPP72wAOaJg12IZte73SEKcY8oGrMA1CAlUbRP21bOj3qlnXvn2Vrx/EIJhQBpuuRDgaZIa/P8lxX6md4kbGaSD1E+s0AirI94h4xioEEwabPDGUsaFry09ZaOp9C5zhR6ysSCz7DpBaVZdhbVkeuxn33FrpXib/rKt/GoUiZiyBfTth1y9UaJbadLAfqZcSyLX+aPa1/r3JCDAzMHeO8AsErJcYHHIgmw9AeFaQ2SR4C6d5JONM00DvUIJRN40sMPz3a2+v/t8zs/G2U+sG2T3tMG+zuzswsomRx5HYBWtFykZVUXeY+rQwUP7FB+0stfUqgg7BYNW7kT1e1hoGlC4sYRWnekUjtpNIqL1VZ2YYSKtdhVHogVsb6VIK2HpskjbP3ydbBy35/zE01GHhRJ6C7VJuQHMCRzyhLaYipz6o3Tn+2BSIQkTOy8lk0izxjufULw7uuLfExeqKhRPMLd/SnS8hFmHNEYNLsuPHCySoyCPcLe/DCsxuTia1U/jrtnTaZt/QTxmH4BXq+gbYqVIdcbrTj+fbu+il3yHK2u5Yhx1iMBGlEa3eeAzPLDZTV3+1uRMirkBuottXFkNBNmnuY6rzfWPEoe2ZNUQLtvRk0jSb+ItkpqUf/NrtQcqLIW/UbZ7ixASJ1hw+5mFQvDto3IHSJtQjO4jIpSsBwngDAu19+ImyG0uOjG6nhFAyRECEo4I/sNbYXb9/Sfqs92LfAxaYGVEWpIP3Pa6r6b3VkZCSVxaQZcnLkJmADxaS7ZA+vrqvSN4H3qESaH79mr7brJRXWWNl7TXPfEzXSUQEVqvwdXtA0qQmUnMBJIIybP83zyaoCnHXhfNuQXO3pI1YSt3pC4QSZswkrfOYkle/XpvxDcaA3QnB64HylCHBYtRPGF7BqpaPxTgSn2IezMcktROxyoPkgyj0C5OP7UxcQB9Cti6XBPLMXRgIHii/9LyevSJu7TaxaF8MmadtKOrY81xj0/FGJ3UwJMULNlQtSlcccCfsld2kZ4siitop+c9Akfa70UFCFYV0iHZd5HNJ5FHeWdDWFYhBSPvjmGbs83PKPCcqeauP8fm+CirlyaXRcQulWf/ap+d2NyxWYGniyQJMUMGtFld3VQcjbN7ljb7OsdJfp5CuqTkmmAEXSO3vKWZ1fqM8LJ2WV+CWp8kyqvIzTdzwAzpWPwL220O+pa2haiT3phaYpdKXPAS2H/8Wge40dMluX3uajZEy2tP9ymaHBWdgPrN0pgkY+gba9bbJU58fai+WDYyUqFBhqwA/E9WWT0v0di53aeKWFXdFMtk/PgfvcLqOgu3sS5F7WOUemFxEWa/2kLA5jgfU0HpwG2NpbqPVgQqgXCnrV7+A37DWgzMH71/eDxn14Zjw73YF/5yhvaH8ElwBeijM1gCMH1zp+EIeuTip1501V4Thgknpb7M8obKnYb1X7ulAelGB5UOwU/Wv3sOOaJj2GZAgpBdR/wYCx0jvFjNvkBzFG+5ObeO+MxDu9/SaXzpNvfz8z7A4prETspZvwAv0inc3Xh683up1MgF2Jy6Sf32o2S6TdzwbhwkL+2iORB3K1KIQhPMB6oPjtpMpTpcU7q26XW8Mu/Mmp72gc9xF6ome/F+GRegNowrtQ0cQ4A+2VQqAb3xH8GzKz4ipT88Xxq6peRmp3PfiwwTxl0Il3jessal8jrZh4yVytUtswuUtAACJfftywWilpk1lSwtwo0tq+QTGN+GnrW5IViYs0APzaoLr9ceXdsh4L0a5WuCazontUobQZyaysx+H3jgfml8P9pPnZC6GWiyklutAQdiCP9+hr0tMagRf4EGBuPiDJml4iv+j4+yg1z00nbcOkU990Frl3KvTufUKisc4xYKRuvEzd6IlukL1fOgBIciQVSgKIka04bizAImtWG7RlH9Tfg2AZNL5zrN+H76z1eH3HJKwJh/301kPflAjpkoIDFFcRr/FL241b1hjwvlHg+GUap8Qpi6FJu6wgzU2cgtb9wsmwHDoD7X1/Pk28KpfuarWSd/fcAMAvaWwllFiZT4hsfuTGsSC24Hppzb8MYk+e3FOjuYxXJQRNukOf7OMhjXY1Pi0MFLLzb16PFNr5VTg3zOx0YKrrodah8AROj7kr72G10IuPQm6ZpR1CYt/h40j9FxZOQcPjefhWInehP5KzB3q8/X2y8tadYYdN5qVNxCMXgSlk3aIzcEpHfC+WqN+A14oohF93SrTVcW6up2a92e3Yfbp2D3L99vEtkoHdErhQrUPcFWEHublAYDMdDZ4Vpi/7nusUP5uS+KWmGnsIND1kvjFN7Ccds01n1HFHn5RO4fuaqpiQZruhPtNby4Gu4GJ8a0eizEcFf13lKNEmUJRYVHdOi3/Byqo/qOainJL+AHoLfdoCRqgd8+Pm3fYx9mq1zXxQopD5dn7jk1xPTh8rGWmR736cPBktSc/Q0vtPRbBNvn9hLaZdUZnLJIjkp28p4GqYUnDMKXxCeJCiXfLZdad/h+5wWR/dYnCZuTN6vGxbJ7ctZKbfj4Vv0MFzUmI+koaPrOd0BoxBWJjMTleQ7aMhUXzItkuTDTcZmSITUPLHHdvO+/BjNT2gZAQvQzKwqcMDbbBuvUfxFYP0ZSaMvUKDXTteoM6mkiK+Zfz61xfNBuTnMj8r/CFLIcv+Hy1nIWzWgTgUtbiz24iEf2RrYrmEw7mEQTOg3ijyoEidWO9LpucfyRa9OzkjpqIWlH1R1c42uBVO80FC4x8TKmx4jn/z4GQwIo9KSvTv5iXVEvlCtWPSASZHcWegXpnozOCGqe+2jc3QJRsf/l6/gPGasYdSGKUmz/Dadlr4ZQcFVGfkbBeo5wLA0XQ1yViDp4xWb6NE3Rra2yP9hBS7VFt86jjfrQbnm1Of+cow+hcHZ/j7OaXN7nPy8QSeL5zbg6tiL0ME/tXv344UnpfdSn7XqNOS7rZ5el12S/cRcMlqQPIg9EP3XbcztBtagUuYCwn9ugj86+7fXx944QvrUL6uvC5R092v9HLnZfps0Bor6/QFOv0Ueb+g9CzRaKM8tgaNDsphR/QjMBeB2lauP+wFK5ewMab+kRh61LTE+9RusyL8Vv2j0vfZqECndB/KhyV8VO8OZYD42qCd8m0p84vZLb9A1xCwfXiByLGXIdYSk5INwCOwWQwMoeN+iNg8xjeGyEGK+zJpRxLVP3V2bf4yIjxzaCFpZZIOMqi6UNjkyV5hWORM2ArJJKzz1ldLR+CJU+0/qCoyp6NHda/+vjsYZy4dPuxj9ZRZ1lUgAH3Snc0EU0tnwQUdIrMf7ACmA28qY0yoGXq3l5woXmg+iL72R/gw+QXA9nD1IiM5ohmVrLOm9yBmoCmtIlH+YWi0ibmGibbT269e2a0nwELL44T0pOKQ3zpOQu9r0CsrE0QCj8OoWOW9zN90o38/+Gfme+GZtOJJeKtqonv5YTXLaKx9Ot7vUQWsEKMK6yciXs/fQPH4OImC2x8FYxGq1xsikS+Z9dtCcYJOJG9TBj+edhmiN9PK8DBS/NbQDsRyB4GfOoVcKYtcdZHOcVzQPD/hngy16vHAob3kcN6iTLrapiuztJG/dKIz/oAHEsUTC5lq4poBL/GTizsRAzzJxAUajAEJOlrSBDLjbr8gcl0f0sW70nfFCX1BF6zbEnBS32Ok4o9I6Zm9vEdpdGRd9rNaV7dcNcYt7YVT2/rvXH2w4/7ujOzmpFJyjGCwmSuxqckSj/tc0UZDQquq5eEc96hg2fVzzWjV8sGoazODaDN7GXLA4PhHkfYlLsKoQgUGoZUcbpHWvFtGqBc5MZUuVjK5WTkUNcR0OxI0Q9RJxQa4kduYnU0EEteHOTKBpHmcu/0+EbbXo/XOFuGqnX8r0c3gOuPXMH5nW8e/V0rZjsX9KgZff1D74opuo/6jD4mMXYu7puB9y9sq5GWaCuIPeglXjFjQlt6c43zxXMM1S//KtzdUWSyDU0arYJyQhsqK5+l0+WKWD2BgGgYAK5vCBgRV14cGKU/92KU0D2y78lbTKFL3wg7ADUjt8E9aW5IaVKeb4xymsHKvswyoOfPTQOH9bT3tQO8wSSUj0DXy6KHBvoMX/tW2K0geSG1mmYlrYtRLnHpb1giONfVmSExNR/RNMHMLnETjT9lxPtsxhTaErQZSrCL+CObG2EuuAdCduxegqMl0oYrT2SIZWEQPLTJrphfKbQTISBayQtr5WxeciHPIQIV9+jHnrWY8SGYfCpqqcst/sl+y/B3O4vppmZo2ePmRZAAHF6EVRjdNlXDCPhf9TVtm1BaFeWUcI+86qPVcFuq4JUmQqJ/SOwxY/7V/q53MWkxel7/xFY2V3t44P1sy85137VQ85sk514pdYFgGUAPt4joX1fp/7XPrF6mDryK2SYT37rutEf6hxXcJZj8UZ/wtOyD3Y2itQJbxp2Wr/Heh/uW9bnqzv+yAerSH8R9zMIqEpfn3c4eU0rEX8r16FxsnWocjwku5iTtM7zsP+X1DQRbtotXCzuegx/1SCXdG9xOIOoZODMt6gBWWYu61sNdBkE9X3kpegTwfmztVZebXF+wGbEbgP5iZF2+BwhADo183KbDneBTilZICKHjRS3JVTyQjXE6LjsMMqWJ9z8kTLx8XP7WfOs8jh5hYMHH+N85Dz1GwEUv1TPfwDCx/oEToGK57A1F2gbKyQfNgedQHdd6ZnAWV0JD70MeLs5j/3nC275zPCywXD+BJrfaEfB5351D61LKBJPuwCdjsVXuu3Dz+cwjP3744W8XPCYM0uUfepYyjOdhUn9xjNBW9R2K4egHZ13iROce/ErIEfYKjP2LXZP+Pw5Grzh6XiiuPa6f4sPjS8faDoWvuIw+/vnCIM9yyXSvm9eOMit8tZSkInGVoYy/MKlo6lambsrRfn+DuiReNG6u5751zVLhwb82dEQYsY2nva6YXmwd2xOsxZR4CBDkcRIS48Oah6ttoIjEUVkMWYkYJbfH102RejcBbSIrUn9kcfkJ4pwz9TX1dWqKk0dShKBEdgdqW26tNNzZrvC7DdLjRiaIDhR52M0BoPDGfaNvy2aZrQP2UPyB5RtYVmQMyIi7vc9vvL8ye/JZqj0KOg+KA0BKG+NiKHBnyNvNdMiHhmk6N3hvbD+OBT033GzYvsEioX80+DW41+pCQVLzJUnpAdcpXZbNidPM7ap0RJvFScRNG/lD8vFHcnFjvB7phzf6NuWWpYYNQWuUZZf8XNvRIU4qUDHc6Ih2x/PnxfSNQZ4LLvy42wfNHZL6P95JYrEGYUYAvgOcql+vuLULePwPunUj7fToiG26iAQsVUbIbEoBD7Jo6XqHVhLqpKdJ5MdmbwjFiqo1EUoXcL5nCMjvUa/LkNIQq5v2MhaeG1JlvlAua/F6d4MZ2cdyahlwDJE2+pCXbfK2LtSqT1S0BoYb94DJEHJXHEPui2bbxRmIbSDcZtuW1YAJQDiDExoJ+wYjKRUBwJCJDf4EsHDUM7fLeXUTMDfABHPiGBEUxL7jUyx/pctIf56dWMAoMolT+7++ZUODgVPBlYWwteZ4WeUQ/enBiLDEQWluQMimQ+VMSsha3KM44e6d7wet6n6qv7LSuH38eNbGlYfS0mjDvBo6+1p208bimB1VdbrzwTeMaM8SB89juptIQ0q9gsM69+Tq///LXAgrJIenvrgNczIldsHN8YnYfH2NZXexzPH0VZuolijnrWP5EnlxIgsMPvUEk40maIC2ApSTb+nkdwkqqPWsFiznFc7tQwqVVixOFCAU0VFNaK9hxdtwPOoq3+vClF2lbrybAuq8Na2cNo8qXqTSBP+y6ohI2lggsSvTpA2rx+TWld5kT/mSYZkc2jPLlN7pklcOeMtZ7bIOTk40VDqg4y+kzTNEtKQcfng6kcf8xzL3qc0pk0J/PO5hupsDZlBVh3lhKmAD+/slfKya7z541IR1pg6Q8KD13hKKrhOK7VH7npIeQAYStFtuO6VrMyzxL2prN/mcBXjK6LIuh6aWmqVd7IiIzRmXiUZ0hO1WnxCEfLOIrg3GXHVFv7S5WcezxHDUIcGwuA02Wj4r1NV0nTxRH2O65SafhVDBFVqa9IIT8xZuOpUNxu2YoHbLFRhVjxqn6643t9cYQrlZPHG3TErnnI2UQT0cs7ePddaIIwpfc/lDkpwXkUB1U2OeYa+wdaGnSc8Sd1avMksEtcIF6N2+at3zJodkVTcPWpwChAKGHcxPtfXivERflpVvuVJmjWzcFo7PQW63NhZ7occG65GBojxrDcNTP8c3sgGFPkjFKU7zWwAUPASdnYlwwIWJYdzwnuGJ6dZI79hcHci7ZGL9Q86ct7KL9THD1nLmpKwkPCVtpT00mNsDUwO35UyU7HuT8QIJGWa3wtqajOL6Ho48uVNv4D7H0kCv6CYPMs37u2u7TNcYC2jbVX/Euqx/TN6vj/mF143czn/s2Cg+5UxmGaaGx3qU7R32YNcPNG3wgKIKNDnUWO7CrIOLxCocklARuDn7jG8zZDa+0b3UPIefyuWul+a6Wf2P2oZusXewf32Z+LWkoSLpEk1KLFIr7ZgNjGhGOfYMHcRociNIv4DASegIB1r5Q2Uu9LwI5HIf9quB9sL24Juxt2v2xKwLBFZlWML3BFH7/rZ1Xcb8IJTY6HBow5lBIvo9C26JF+1NQSrYe9TxlfpOWc9wUpduENJhpstZFmLmBuNnAz5OFcWXKBfZAYe/swlRzPXd2ZrIaIrBk4G/BLIdp2t7HuKIFttORET/o3Cgs0uTv8cZYWu4Axk+RDBtCY/q7oDEU2lvQtOrRZmw9kp3C2j+lxVGoX1waBUBekJXNVKt5+xPGFJ6JxH1vO+niSnDGlsXoYjv+sv9WnACSQoB58J81HnGR6SuDfBaNndQfXdX5n8zFtpb9gQc0dUW3BF/ewVlpR4pMRXUvzTXGrH2WmH/bpgi7OWJ/R/ZxYs7fizyd9qopxnSBKldakScfcLcFI9xLY0aR2hB4t8rA4E/g4qh159Ex93R2ZmQMxPZJ2bWTGlXcFx0SzIeF1hktQAHNgcW68iJ7d6/6s2KZmwHGiNSgxEzmz94gS1HeLlGDnNYIkKOF18HcVHN2xHJAuh1zMByhcDzm4O1TdybiPilc55hG+dTYqdCJfPo9AkMnR+KpYqoEtqiLbmAptkfLvpJVK7qtF7qyWBy8MZ3HD8LvhFiElKuUWoiauNsGRJbfbLpH7RaFp6cHwXeMxLxNDjinG79Sf5LnwSOR6vssVDm5lbj3g9O84AETnP2gqJrOG5a5LiCj+QCdoMw+GrVenE/yqx4z5iVXGSxU3JU/CkCNXW9Jcc55gbeAAMdsER3t/pPUrIYFjX7x3MHaYLzhEAKFHNbD9ecjfUa5P2M7+zu5CpZr+8WTgXxWLWXJb5SKKSYNdj4CZXVXKUHAuNmAhgXPpnPpJwSKf3pYu9Xe0Vyw590GeNfoGUmu1I/UMZ3gfKkqQXXGdtRD4ZuuXeFFuvdfts+3bRLU7iZI5iJFPS/e41MhyUec6TLTXLapqiNUvAMYb0S6Jmj+MOmqvS7r6AwG9l/KzBy3sk/tNqmSErJIGNktK4bqhxjXECSHUmXMz1ISFgY49JPsaN55mIgQlg2/ZDXdUwMIink0G81/tN+QTmAL1Ss/MVLRf/QXDB7mpJ8dbRB3pkqv3E0Ec66JXAKKr2wWUCV2950RZzqdHSWult6S9Azm8+TS33auS8a9JNYxvoOZbXvBmCKwedJj58lr7WOmsTOLOgQpJeHsvi0kTfWE4/pWhZm1bV+GeGPFuMHrcWoiyq2tiuH2A46fb4KZ+KJWmNKKNWNHD0LqsVLLN3SPQY+rDP+gvAV7JarADn/U7P1u9ILFLcvmXiYJtUKXQ/vDw8b8U/O6luk1uBca8gDtI38duEP+O/Ld4qklaZDMHtpmCD20UJhSs7cff77LczBHEAlfaknBDtVqmr+nfJfYHhT92QoI+wPE5ZdqZt6G4a9AiqMpsDDATa8uln6EaDeNCkRbybpmaTB9CunygWaafiqQqf6qrjg5Yu3wlxYQwv/+m8iCcIhQzuAao01IQDD/Ndkhp8jQJhAo+0eBbVRp/QmkIoq+yCeBlKHkQtnBTDW6eR1un4oYdHzpMneALyl5ipJ2kbTEn9GeqWczFVKjQggnwE774CuDjNRf6XtnxElrHFyeoGBTs6P9RQiUZEGZKXHCkYsIGrRFmubmeWswFIfNJreETp7alc/jxi4/eXNJxDOEmwRvikVgN++3cBh1nb9+2taCxcQPA2GNNJ2DVVIoOzHT4e64WHfjb9gw7XSJ0U6OEO9/5/nAX5aiZ3LwoRI/1kt1RGscXYCMnLq7tOPntEPOdvaRF2l5CUL3pRFkx3lUe0MOQIUT3NM6DGuENsxLN3tU56NPrxF9uuNbb0r/bp+wsm61a7hHXkPU7/yH/RZzZJrn8ebKYCMSi5wOQH3BUrdba0IcL8uUfJID66OjzU02+9PJGypOFSzjSWbpg4DYE/njNrcM+3SitBT5lscC/gzLw5A/ki86MobtXUu0/Nn+UGkR8bSODPsADcOLWKIETFSHLY36A1uWoY27RRIM5otJkby/dSAIY9X97z2vXD76MIhic9UxP9eCw/HBXUppm14h4c9nIg/CVkl2sCE+XPYbM2H38/YOoQN4Xbm5UY6dhSG4DQZ1hgcDrzs9G1d9zUxUmeeAEkldyjDDUVTr6/FUs9tZodKHV5uImt89E8TOmRXdgMPqZhSGj1LGjdRvZayoH82LxaPr/EO5anOAW4GjOInGYaNbrkB5Z2vb91SkW+Cq31R7v0Gtcf7Q+vvi9ICRRlny/G7TaAQQry7l/GXuhQ1vUei9//37Dzzux3hYJgAA</vt:lpwstr>
  </property>
</Properties>
</file>